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Home</c:v>
                  </c:pt>
                  <c:pt idx="2">
                    <c:v>Apparel</c:v>
                  </c:pt>
                  <c:pt idx="3">
                    <c:v>Accessories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86.4</c:v>
                </c:pt>
                <c:pt idx="1">
                  <c:v>77.8</c:v>
                </c:pt>
                <c:pt idx="2">
                  <c:v>51.6</c:v>
                </c:pt>
                <c:pt idx="3">
                  <c:v>39.9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DE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% change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</c:v>
                </c:pt>
                <c:pt idx="1">
                  <c:v>-6</c:v>
                </c:pt>
                <c:pt idx="2">
                  <c:v>78.3</c:v>
                </c:pt>
                <c:pt idx="3">
                  <c:v>5</c:v>
                </c:pt>
                <c:pt idx="4">
                  <c:v>-3</c:v>
                </c:pt>
                <c:pt idx="5">
                  <c:v>8</c:v>
                </c:pt>
                <c:pt idx="6">
                  <c:v>-7</c:v>
                </c:pt>
                <c:pt idx="7">
                  <c:v>4</c:v>
                </c:pt>
                <c:pt idx="8">
                  <c:v>-2</c:v>
                </c:pt>
                <c:pt idx="9">
                  <c:v>6</c:v>
                </c:pt>
                <c:pt idx="10">
                  <c:v>9</c:v>
                </c:pt>
                <c:pt idx="11">
                  <c:v>-64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DE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194560"/>
            <a:ext cx="6217920" cy="6217920"/>
          </a:xfrm>
          <a:prstGeom prst="ellipse">
            <a:avLst/>
          </a:prstGeom>
          <a:solidFill>
            <a:srgbClr val="212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3657600" cy="36576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ASSEMBLY — DATA ANALYTICS BOOTCAMP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joins, aggregations, CTEs &amp; window functions on a 12-month retail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 ·  Data Analyst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12-month retail sales dataset built specifically to exercise joins, aggregation, and window-function logic.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(Electronics, Home, ...)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~3,100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7532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files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553712"/>
            <a:ext cx="26517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0160" y="4416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build_db.py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4718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retail_sales.db with seasonal patterns baked 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43400" y="44348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455371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83480" y="4416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queries.sql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83480" y="4718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analysis queries — joins, CTEs, window functions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4672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265176" cy="26517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86800" y="4416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retail_sales.db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686800" y="47183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SQLite database, ready to query as-is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Techniques Applied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queries, each built to answer a specific business question a retail stakeholder would actually ask.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rolled up by category — Electronics leads every month.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2860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products per month surfaced via window-function ranking.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% change — flags a +78.3% March spike vs. Feb.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96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F3C7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9828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AVG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982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Below-average products isolated in a CTE for promotion/delist review.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Full-Year Revenue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every single month ($6.5K–$8.3K), Home a close second — the rest trail by a wide margin.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Month-over-Month Momentum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posts a sharp +78.3% jump vs. February; most other months move within ±10%.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459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CLIFF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−64%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revenue falls from $41.1K (Nov–Dec) to $14.9K (Jan–Feb) — every category shows the same post-holiday drop-off.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4617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 flagged by CTE: Sunglasses, Yoga Mat, Desk Lamp, Backpack, Dumbbell Set — candidates for promotion or delisting review.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&amp; GROUP BY aggregation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for readable, layered query logic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RANK() and LAG()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query output into business recommendations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queries, database &amp; README: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github.com/ysa7799/portfolio/tree/main/projects/retail-sales-sql-analysis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Analysis — SQL</dc:title>
  <dc:subject>PptxGenJS Presentation</dc:subject>
  <dc:creator>Yusuf Hakeem</dc:creator>
  <cp:lastModifiedBy>Yusuf Hakeem</cp:lastModifiedBy>
  <cp:revision>1</cp:revision>
  <dcterms:created xsi:type="dcterms:W3CDTF">2026-07-02T07:32:11Z</dcterms:created>
  <dcterms:modified xsi:type="dcterms:W3CDTF">2026-07-02T07:32:11Z</dcterms:modified>
</cp:coreProperties>
</file>