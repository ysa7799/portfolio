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222D3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657600" cy="3657600"/>
          </a:xfrm>
          <a:prstGeom prst="ellipse">
            <a:avLst/>
          </a:prstGeom>
          <a:solidFill>
            <a:srgbClr val="C77B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ASSEMBLY — DATA ANALYTICS BOOTCAMP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Checklist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validation framework — turning "eyeball the data" into a repeatable, auditable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 ·  Data Analyst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quality problems aren't algorithmically hard to catch — they're missed because no one checked systematically.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"eyeballing" misses recurring errors.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trail = no way to prove what was checked.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lose trust in numbers after one bad surprise.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3645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 checklist run before any dataset is used.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log that tracks, prioritizes and closes findings.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as auditable incident logging — applied to pipelines.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Validation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checklist.md organizes every check a dataset needs before it's trusted for analysis or a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types, naming, and expected structure match what's documented.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2928" y="1783080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81528" y="20574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580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035808" y="3127248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rates and missing-value patterns identified per column.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783080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94376" y="20574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194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48656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48656" y="3127248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and near-duplicate records flagged before they double-count.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78624" y="1783080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07224" y="20574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1945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61504" y="3127248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 surfaced for review — not silently dropped.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91472" y="1783080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6454F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20072" y="20574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21945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4352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74352" y="3127248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logic checked (e.g. dates in order, totals reconcile).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Log &amp; Severity Triage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issue_log_template.csv — every finding gets tracked, prioritized, and closed out with a visible history.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1920240"/>
                <a:gridCol w="146304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nulls in customer_email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duplicate order_id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values in unit_price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outlier ages (&gt;110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 column typed as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46811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52578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drives priority, not discovery order — a Low-severity issue found first still waits behind a High-severity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222D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C77B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methodology, built to be reusable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C77B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discipline over ad-hoc checking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C77B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&amp; severity triage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C77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rigor as auditable incident logging, applied to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checklist, template &amp; README: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github.com/ysa7799/portfolio/tree/main/projects/data-quality-checklist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Checklist Template</dc:title>
  <dc:subject>PptxGenJS Presentation</dc:subject>
  <dc:creator>Yusuf Hakeem</dc:creator>
  <cp:lastModifiedBy>Yusuf Hakeem</cp:lastModifiedBy>
  <cp:revision>1</cp:revision>
  <dcterms:created xsi:type="dcterms:W3CDTF">2026-07-02T07:37:23Z</dcterms:created>
  <dcterms:modified xsi:type="dcterms:W3CDTF">2026-07-02T07:37:23Z</dcterms:modified>
</cp:coreProperties>
</file>