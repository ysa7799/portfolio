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70</c:v>
                </c:pt>
                <c:pt idx="1">
                  <c:v>68</c:v>
                </c:pt>
                <c:pt idx="2">
                  <c:v>72</c:v>
                </c:pt>
                <c:pt idx="3">
                  <c:v>75</c:v>
                </c:pt>
                <c:pt idx="4">
                  <c:v>78</c:v>
                </c:pt>
                <c:pt idx="5">
                  <c:v>98</c:v>
                </c:pt>
                <c:pt idx="6">
                  <c:v>102</c:v>
                </c:pt>
                <c:pt idx="7">
                  <c:v>95</c:v>
                </c:pt>
                <c:pt idx="8">
                  <c:v>80</c:v>
                </c:pt>
                <c:pt idx="9">
                  <c:v>74</c:v>
                </c:pt>
                <c:pt idx="10">
                  <c:v>71</c:v>
                </c:pt>
                <c:pt idx="11">
                  <c:v>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minutes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Alarm Response</c:v>
                  </c:pt>
                  <c:pt idx="1">
                    <c:v>Access Control</c:v>
                  </c:pt>
                  <c:pt idx="2">
                    <c:v>Visitor Incident</c:v>
                  </c:pt>
                  <c:pt idx="3">
                    <c:v>Patrol Finding</c:v>
                  </c:pt>
                  <c:pt idx="4">
                    <c:v>Equipment Fault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</c:v>
                </c:pt>
                <c:pt idx="1">
                  <c:v>9.8</c:v>
                </c:pt>
                <c:pt idx="2">
                  <c:v>11.5</c:v>
                </c:pt>
                <c:pt idx="3">
                  <c:v>14.3</c:v>
                </c:pt>
                <c:pt idx="4">
                  <c:v>18.6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ASSEMBLY — DATA ANALYTICS BOOTCAMP PROJECT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" y="16916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KPI Dashboard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daily incident logs into a repeatable KPI reporting workflow — Excel &amp; Power BI-style dashboarding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Hakeem  ·  Data Analyst Portfolio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12 months of physical-security incident data — modeled on real daily logging discipline from a G4S operating environment.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9339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~970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logged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12 months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99339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0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categories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199339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75320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sheets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(Raw, KPI, Trends, Insights)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categories tracked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572000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20040" y="51023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79776" y="4434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936" y="4572000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459736" y="51023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Response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919472" y="4434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4572000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599432" y="51023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 Finding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059168" y="4434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328" y="457200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39128" y="51023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Fault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9198864" y="4434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024" y="4572000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878824" y="51023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Incident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 generates and aggregates the data; openpyxl builds a native, stakeholder-ready Excel workbook.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14600" cy="35204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~970 synthetic incident records across 12 months and 5 categories, mirroring real security-ops logging patterns.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874520"/>
            <a:ext cx="2514600" cy="35204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324612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group-bys compute monthly incident volume and average response time per category — PivotTable-equivalent logic in code.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874520"/>
            <a:ext cx="2514600" cy="35204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5508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324612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writes native Excel bar + line charts and a stacked-bar category trend view — fully editable, no static images.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9680" y="1874520"/>
            <a:ext cx="2514600" cy="35204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9828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2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9828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98280" y="324612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Insights sheet translates the numbers into three plain-English, action-ready takeaways for a non-technical reader.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Finding: Seasonal Incident Spike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monthly incident volume (simulated year) — incident volume rises ~30–40% in June–August.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600200"/>
            <a:ext cx="3291840" cy="42062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54964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WINDOW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4964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 – Aug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549640" y="297180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Response holds the fastest average response time of any category — the dedicated response team model is working as intended even under peak load.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49640" y="452628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adjust shift staffing upward for the peak summer months to protect response-time KPIs.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Response Time by Category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 — Alarm Response is consistently fastest, reflecting its highest-priority routing.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10881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09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PivotTable-equivalent aggregation in pandas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487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definition &amp; monthly reporting cadence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2644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Excel chart generation via openpyxl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0416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Stakeholder-ready insight summarization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workbook, generator script &amp; README: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577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github.com/ysa7799/portfolio/tree/main/projects/operations-kpi-dashboard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KPI Dashboard</dc:title>
  <dc:subject>PptxGenJS Presentation</dc:subject>
  <dc:creator>Yusuf Hakeem</dc:creator>
  <cp:lastModifiedBy>Yusuf Hakeem</cp:lastModifiedBy>
  <cp:revision>1</cp:revision>
  <dcterms:created xsi:type="dcterms:W3CDTF">2026-07-02T07:37:22Z</dcterms:created>
  <dcterms:modified xsi:type="dcterms:W3CDTF">2026-07-02T07:37:22Z</dcterms:modified>
</cp:coreProperties>
</file>